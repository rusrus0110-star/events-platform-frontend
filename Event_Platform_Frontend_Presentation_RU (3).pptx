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jXgLK/hqcP/4MBvfMFClCkvYME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8083e26b2_0_15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b8083e26b2_0_15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b8083e26b2_0_1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8083e26b2_0_16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b8083e26b2_0_1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8083e26b2_0_1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b8083e26b2_0_16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b8083e26b2_0_1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8083e26b2_0_1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b8083e26b2_0_16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b8083e26b2_0_16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b8083e26b2_0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8083e26b2_0_1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b8083e26b2_0_17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8083e26b2_0_176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b8083e26b2_0_176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b8083e26b2_0_1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8083e26b2_0_18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b8083e26b2_0_1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8083e26b2_0_18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b8083e26b2_0_183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b8083e26b2_0_183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b8083e26b2_0_18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b8083e26b2_0_1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8083e26b2_0_189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b8083e26b2_0_18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8083e26b2_0_192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b8083e26b2_0_192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b8083e26b2_0_19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8083e26b2_0_19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083e26b2_0_1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b8083e26b2_0_19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b8083e26b2_0_1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b8083e26b2_0_1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b8083e26b2_0_1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8083e26b2_0_1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b8083e26b2_0_1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b8083e26b2_0_1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usrus0110-star.github.io/events-platform-fronten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Platform — Frontend проект</a:t>
            </a:r>
            <a:endParaRPr/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 проекта: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Реализация адаптивного интерфейса без фреймворков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Чистая архитектура JavaScript и SCSS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Стек технологий: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HTML5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SCSS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Vanilla JavaScript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GitHub Pages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реализовано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457200" y="1600200"/>
            <a:ext cx="776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Сайт Meetup согласно макету, две страницы, реализована навигация между страницами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Рендер списка мероприятий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Фильтрация по типу, категории и дистанции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Адаптивная верстка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Динамическое обновление DOM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Технические решения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/структура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4897175" y="1600200"/>
            <a:ext cx="3301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Пользователь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        ↓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UI (кнопки, фильтры)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        ↓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JavaScript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        ↓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Логика фильтрации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        ↓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Рендер карточек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        ↓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rgbClr val="222222"/>
                </a:solidFill>
                <a:highlight>
                  <a:srgbClr val="FFFFFF"/>
                </a:highlight>
              </a:rPr>
              <a:t>DOM (страница Events)</a:t>
            </a:r>
            <a:endParaRPr sz="2200"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609600" y="1752600"/>
            <a:ext cx="3301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JavaScript: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Модульная структура проекта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Разделение данных, логики и UI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SCSS: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Структура: base / components / layout / pages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Flexbox и CSS Grid</a:t>
            </a:r>
            <a:endParaRPr/>
          </a:p>
          <a:p>
            <a:pPr indent="-266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Централизованные media‑запросы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Сложности и решения</a:t>
            </a:r>
            <a:endParaRPr/>
          </a:p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Сложности: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Важность создания на начальном этапе правильной архитектуры HTML файла. В процессе приходилось возвращаться и переделывать, так как не удавалось реализовать соответствие макету.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Сложность адаптации для “маленьких экранов” ( менее 375px) 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Перебивание media‑запросов между страницами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Решения: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Разделение стилей по страницам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Поиск overflow через DevTools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Рефакторинг mobile‑стилей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 </a:t>
            </a:r>
            <a:endParaRPr/>
          </a:p>
        </p:txBody>
      </p:sp>
      <p:sp>
        <p:nvSpPr>
          <p:cNvPr id="86" name="Google Shape;86;p5"/>
          <p:cNvSpPr txBox="1"/>
          <p:nvPr>
            <p:ph idx="1" type="body"/>
          </p:nvPr>
        </p:nvSpPr>
        <p:spPr>
          <a:xfrm>
            <a:off x="540600" y="1641875"/>
            <a:ext cx="82296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Полностью рабочий адаптивный frontend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Чистая и масштабируемая структура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Деплой на GitHub Pages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https://rusrus0110-star.github.io/events-platform-frontend/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